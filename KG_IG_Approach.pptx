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01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920240"/>
            <a:ext cx="4754880" cy="4754880"/>
          </a:xfrm>
          <a:prstGeom prst="ellipse">
            <a:avLst/>
          </a:prstGeom>
          <a:solidFill>
            <a:srgbClr val="0E7C7B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0E7C7B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VIEW  ·  SOLUTION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Knowledge-Graph Approach to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 →  PySpark Strategy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D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estate into an AST, build an Information Graph and a Knowledge Graph, and turn an opaque legacy codebase into explainable, decision-ready migration intelligence.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Oracle PL/SQL  ·  Neo4j  ·  Databricks  ·  PySpark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migrating a large PL/SQL estate is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B3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110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Scale &amp; entanglement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386584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call procedures that read and write shared tables through views, synonyms and database links. The real dependency map is invisible in the files.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0B3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9110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Mixed suitability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386584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procedure blends set-based transforms (ideal for Spark) with row-by-row cursors and transactional bookkeeping (not suited to Spark).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0B3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970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Semantic gaps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672584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Sequences, autonomous transactions, savepoints, MERGE and CONNECT BY have no direct PySpark equivalent — they must be reasoned about, not blindly translated.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0B3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1970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4672584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logic is split across two engines, the migrated job must run the right pieces in the right order with explicit cross-engine hand-offs.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representations, each richer than the last</a:t>
            </a:r>
            <a:endParaRPr lang="en-US" sz="3000" dirty="0"/>
          </a:p>
        </p:txBody>
      </p:sp>
      <p:pic>
        <p:nvPicPr>
          <p:cNvPr id="4" name="Image 0" descr="d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10058400" cy="2295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recursive-descent parser reads every PL/SQL and DDL/DML object into a true nested tree — packages, nested procedures, blocks, loops, statements.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4340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Information Graph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43400" y="493776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trees are flattened into one corpus-wide graph of typed objects and relationships, stored in Neo4j. The factual decomposition of the estate.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493776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interpretation layer adds logic classification, Oracle→Spark mappings, and a migration verdict per routine — the graph now reasons.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uniform, self-documenting graph model</a:t>
            </a:r>
            <a:endParaRPr lang="en-US" sz="3000" dirty="0"/>
          </a:p>
        </p:txBody>
      </p:sp>
      <p:pic>
        <p:nvPicPr>
          <p:cNvPr id="4" name="Image 0" descr="d4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80" y="1385316"/>
            <a:ext cx="10058400" cy="3694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→ SqlFile → object hierarchy (CONTAINS), every object also a :Resource, and each carries its DDL, git provenance and CREATE/ALTER operations.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Information Graph: what is in the code</a:t>
            </a:r>
            <a:endParaRPr lang="en-US" sz="3000" dirty="0"/>
          </a:p>
        </p:txBody>
      </p:sp>
      <p:pic>
        <p:nvPicPr>
          <p:cNvPr id="4" name="Image 0" descr="d2_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45236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78308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EAF5F4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4582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procedure, fully decomposed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03920" y="251460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its parameter, variable, cursor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Block EXECUTES an INSERT…SELECT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orders &amp; customers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customer_summary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summary_seq sequence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log_status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58200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is verifiable directly against the source.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Knowledge Graph: what to do, and why</a:t>
            </a:r>
            <a:endParaRPr lang="en-US" sz="3000" dirty="0"/>
          </a:p>
        </p:txBody>
      </p:sp>
      <p:pic>
        <p:nvPicPr>
          <p:cNvPr id="4" name="Image 0" descr="d3_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83080"/>
            <a:ext cx="9326880" cy="4471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procedure, now with a logic pattern, Oracle→Spark construct mappings (DIRECT/REWRITE), and an explainable verdict — all stored on the graph.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RUBRIC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Migration decisions from the logic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SET_BASED_TRANSFORM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78308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INSERT…SELECT / MERGE / joins + aggregation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49640" y="196596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49640" y="196596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CONVERT_TO_PYSPARK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ROW_BY_ROW_CURSOR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69748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loop with per-row DML or calls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49640" y="288036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49640" y="288036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REWRITE_FOR_PYSPARK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61188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invokes other routines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49640" y="379476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9640" y="379476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DRIVER / WORKFLOW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OLTP_BOOKKEEPING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52628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Single-row transactional writes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49640" y="470916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8A5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49640" y="470916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KEEP_IN_ORACLE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44068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544068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falls back to structural scores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49640" y="562356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5B6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49640" y="562356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blockers — autonomous transactions, savepoints — override any verdict to KEEP_IN_ORACLE. Weights are configurable; output is triage for human review, not autopilot.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Running a job that spans both engines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AF5F4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Deciding what runs first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carry source order; READS/WRITES edges carry data dependencies.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step that reads a table runs after the step that writes it.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Topologically sort the steps → execution order; tag each with its engine.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tables at engine boundaries become explicit hand-off contracts.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Orchestrated as a DAG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256032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EAF5F4"/>
          </a:solidFill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20840" y="2761488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8A5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7614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/ truncate target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3337560"/>
            <a:ext cx="0" cy="256032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3593592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EAF5F4"/>
          </a:solidFill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379476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379476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359359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Set-based transform → writes summary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0" y="4370832"/>
            <a:ext cx="0" cy="256032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4626864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EAF5F4"/>
          </a:solidFill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482803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8A5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482803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462686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 post-processing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5532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 cannot span engines — steps are designed idempotent and re-runnable.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graph, three returns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35204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forward from any source to see where data goes — table- and column-level, across procedures, views and database links.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0B3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Migration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36008" y="35204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says what to convert; dependency edges say in what order. Construct mappings jump-start the rewrite.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30768" y="35204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backward for impact analysis. Surface data crossing database links and every DDL change via the operation history.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same asset serves far more than migration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Information Graph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— what breaks if this table/column changes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lineage across procedures, views, DB links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deployment ordering from the dependency graph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/ orphan code detection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documentation from the graph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Test-scope identification (the change’s dependency closure)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8F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&amp; cost estimation weighted by construct difficulty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blocker scoring before any code is written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PySpark skeleton generation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 planning with cross-engine hand-offs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roadmap prioritisation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Target-platform flexibility (Snowflake, BigQuery via KB swap)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Honest scope &amp; where it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4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is — and isn’t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+ pattern understanding, not semantic proof.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are tunable triage for engineers, not autopilot.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PySpark is a reviewed starting point.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parser today; ANTLR grammar swaps in for full coverage with no downstream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88900" dist="38100" dir="5400000" algn="bl" rotWithShape="0">
              <a:srgbClr val="0B3B3A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46888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typed DDL (constraints, partitioning).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Statement-level engine tagging for finer splits.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Orchestrator-specific pipelines (Databricks Workflows, Airflow).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Volume-aware scoring from Oracle stats / AWR.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3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target platform via the mapping knowledge base.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Migration Intelligence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0E7C7B">
              <a:alpha val="3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Information Graph tells us what exists.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Knowledge Graph tells us what to do — and why.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D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durable, queryable asset that turns a high-risk migration into a structured, explainable, and largely automatable program of work — and keeps delivering value for lineage, impact analysis and governance long after.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plsqlmig  ·  Oracle PL/SQL → Databricks PySpark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1017</Words>
  <Application>Microsoft Office PowerPoint</Application>
  <PresentationFormat>Widescreen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to Databricks PySpark Migration Intelligence</dc:title>
  <dc:subject>PptxGenJS Presentation</dc:subject>
  <dc:creator>Migration Engineering</dc:creator>
  <cp:lastModifiedBy>Abhishek Bhardwaj</cp:lastModifiedBy>
  <cp:revision>3</cp:revision>
  <dcterms:created xsi:type="dcterms:W3CDTF">2026-07-03T06:00:34Z</dcterms:created>
  <dcterms:modified xsi:type="dcterms:W3CDTF">2026-07-07T11:29:10Z</dcterms:modified>
</cp:coreProperties>
</file>